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58A6FF"/>
                </a:solidFill>
              </a:rPr>
              <a:t>📡 LAN Chat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0116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Offline-First Peer-to-Peer Messenger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9D1D9"/>
                </a:solidFill>
              </a:rPr>
              <a:t>Zero Internet  •  Zero Installation  •  Instant LAN Sharing via QR Code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3429000"/>
            <a:ext cx="731520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3611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86669"/>
                </a:solidFill>
              </a:rPr>
              <a:t>Computer Networks (CN) Lab  |  Group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069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86669"/>
                </a:solidFill>
              </a:rPr>
              <a:t>Technology Stack: Python • TCP • UDP • HTTP • JavaScript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5120640"/>
            <a:ext cx="1463040" cy="384048"/>
          </a:xfrm>
          <a:prstGeom prst="rect">
            <a:avLst/>
          </a:prstGeom>
          <a:solidFill>
            <a:srgbClr val="21262D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513892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8A6FF"/>
                </a:solidFill>
              </a:rPr>
              <a:t>🐍 Python 3.10+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0" y="5120640"/>
            <a:ext cx="1463040" cy="384048"/>
          </a:xfrm>
          <a:prstGeom prst="rect">
            <a:avLst/>
          </a:prstGeom>
          <a:solidFill>
            <a:srgbClr val="21262D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57400" y="513892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8A6FF"/>
                </a:solidFill>
              </a:rPr>
              <a:t>📡 TCP / UDP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0" y="5120640"/>
            <a:ext cx="1463040" cy="384048"/>
          </a:xfrm>
          <a:prstGeom prst="rect">
            <a:avLst/>
          </a:prstGeom>
          <a:solidFill>
            <a:srgbClr val="21262D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03320" y="513892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8A6FF"/>
                </a:solidFill>
              </a:rPr>
              <a:t>🔒 Zero Deps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0" y="5120640"/>
            <a:ext cx="1463040" cy="384048"/>
          </a:xfrm>
          <a:prstGeom prst="rect">
            <a:avLst/>
          </a:prstGeom>
          <a:solidFill>
            <a:srgbClr val="21262D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49240" y="513892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8A6FF"/>
                </a:solidFill>
              </a:rPr>
              <a:t>✅ 61 Tests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49440" y="5120640"/>
            <a:ext cx="1463040" cy="384048"/>
          </a:xfrm>
          <a:prstGeom prst="rect">
            <a:avLst/>
          </a:prstGeom>
          <a:solidFill>
            <a:srgbClr val="21262D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95159" y="513892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8A6FF"/>
                </a:solidFill>
              </a:rPr>
              <a:t>📱 Mobile-First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95360" y="5120640"/>
            <a:ext cx="1463040" cy="384048"/>
          </a:xfrm>
          <a:prstGeom prst="rect">
            <a:avLst/>
          </a:prstGeom>
          <a:solidFill>
            <a:srgbClr val="21262D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41080" y="513892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8A6FF"/>
                </a:solidFill>
              </a:rPr>
              <a:t>🔗 QR Invite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58A6FF"/>
                </a:solidFill>
              </a:rP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5486400" cy="228600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58A6FF"/>
                </a:solidFill>
              </a:rPr>
              <a:t>☁️  Cloud Dependency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19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D1D9"/>
                </a:solidFill>
              </a:rPr>
              <a:t>WhatsApp, Telegram, Slack — all require active internet.
Deadlines during internet outages? Impossible.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188720"/>
            <a:ext cx="5486400" cy="228600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3716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58A6FF"/>
                </a:solidFill>
              </a:rPr>
              <a:t>🔐  Privacy at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874519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D1D9"/>
                </a:solidFill>
              </a:rPr>
              <a:t>Messages route through foreign servers.
Conversations are logged and monetised.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657600"/>
            <a:ext cx="5486400" cy="228600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8404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58A6FF"/>
                </a:solidFill>
              </a:rPr>
              <a:t>📵  Campus / Hostel Wi-Fi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4340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D1D9"/>
                </a:solidFill>
              </a:rPr>
              <a:t>University networks often block peer-to-peer and VoIP.
Yet devices ARE physically in the same room.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3657600"/>
            <a:ext cx="5486400" cy="228600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8404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58A6FF"/>
                </a:solidFill>
              </a:rPr>
              <a:t>💻  No Universal Approach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34340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D1D9"/>
                </a:solidFill>
              </a:rPr>
              <a:t>Existing LAN tools require software installation
or IT administrator privileges.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3FB950"/>
                </a:solidFill>
              </a:rPr>
              <a:t>Our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LAN Chat turns any laptop into a private, offline chat server.
Anyone on the same Wi-Fi joins by scanning a QR code — no app, no account, no internet needed.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194560"/>
            <a:ext cx="2560320" cy="3474720"/>
          </a:xfrm>
          <a:prstGeom prst="rect">
            <a:avLst/>
          </a:prstGeom>
          <a:solidFill>
            <a:srgbClr val="131A20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3774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3FB950"/>
                </a:solidFill>
              </a:rPr>
              <a:t>🔗 Scan &amp; Join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92608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9D1D9"/>
                </a:solidFill>
              </a:rPr>
              <a:t>Scan the QR code.
Browser opens. Done.
&lt; 10 seconds.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2194560"/>
            <a:ext cx="2560320" cy="3474720"/>
          </a:xfrm>
          <a:prstGeom prst="rect">
            <a:avLst/>
          </a:prstGeom>
          <a:solidFill>
            <a:srgbClr val="131A20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23774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3FB950"/>
                </a:solidFill>
              </a:rPr>
              <a:t>🏠 Private Networks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292608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9D1D9"/>
                </a:solidFill>
              </a:rPr>
              <a:t>Each host creates an
isolated network session
with a unique code.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194560"/>
            <a:ext cx="2560320" cy="3474720"/>
          </a:xfrm>
          <a:prstGeom prst="rect">
            <a:avLst/>
          </a:prstGeom>
          <a:solidFill>
            <a:srgbClr val="131A20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3774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3FB950"/>
                </a:solidFill>
              </a:rPr>
              <a:t>💬 Dynamic Rooms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92608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9D1D9"/>
                </a:solidFill>
              </a:rPr>
              <a:t>Create #classroom,
#study rooms on demand.
No preconfigured channels.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0" y="2194560"/>
            <a:ext cx="2560320" cy="3474720"/>
          </a:xfrm>
          <a:prstGeom prst="rect">
            <a:avLst/>
          </a:prstGeom>
          <a:solidFill>
            <a:srgbClr val="131A20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81160" y="23774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3FB950"/>
                </a:solidFill>
              </a:rPr>
              <a:t>📁 File Sharing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1160" y="292608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9D1D9"/>
                </a:solidFill>
              </a:rPr>
              <a:t>Drag &amp; drop files,
voice notes, images
with SHA-256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58A6FF"/>
                </a:solidFill>
              </a:rPr>
              <a:t>Network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11612880" cy="5669280"/>
          </a:xfrm>
          <a:prstGeom prst="rect">
            <a:avLst/>
          </a:prstGeom>
          <a:solidFill>
            <a:srgbClr val="0A0D12"/>
          </a:solidFill>
          <a:ln w="1016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4300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3FB950"/>
                </a:solidFill>
              </a:rPr>
              <a:t>┌────────────────────────────────────────────────────────────────────────────┐
│                  ┌───────────────────────────────────┐                     │
│   DISCOVERY      │  UDP Broadcast on Port 50000       │  Heartbeat every 3s │
│   ENGINE         │  Subnet presence table             │  Peer timeout evict │
│                  └───────────────────────────────────┘                     │
│                                    │                                        │
│                  ┌───────────────────────────────────┐                     │
│   TCP SERVER     │  Length-prefixed TCP on Port 50001 │  4-byte big-endian  │
│                  │  Binary file streaming             │  SHA-256 integrity  │
│                  └───────────────────────────────────┘                     │
│                                    │                                        │
│                  ┌───────────────────────────────────┐                     │
│   WEB GATEWAY    │  HTTP REST API on Port 8080        │  /api/send          │
│                  │  Serves Mobile SPA (HTML/CSS/JS)   │  /api/messages      │
│                  │  QR Code invite generation         │  /api/status        │
│                  └───────────────────────────────────┘                     │
└────────────────────────────────────────────────────────────────────────────┘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10515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</a:rPr>
              <a:t>L7 Application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13716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9D1D9"/>
                </a:solidFill>
              </a:rPr>
              <a:t>JSON / HTTP REST  •  Custom Chat Packets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184708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</a:rPr>
              <a:t>L6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2167128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9D1D9"/>
                </a:solidFill>
              </a:rPr>
              <a:t>4-byte framing  •  SHA-256 hash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2642615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</a:rPr>
              <a:t>L5 Session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2962656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9D1D9"/>
                </a:solidFill>
              </a:rPr>
              <a:t>Heartbeat lifecycle  •  Peer pruning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3438144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</a:rPr>
              <a:t>L4 Transport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3758183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9D1D9"/>
                </a:solidFill>
              </a:rPr>
              <a:t>TCP (reliable)  •  UDP (broadcast)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423367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</a:rPr>
              <a:t>L3 Network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455371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9D1D9"/>
                </a:solidFill>
              </a:rPr>
              <a:t>IPv4  •  Subnet masking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50292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</a:rPr>
              <a:t>L2 Data Link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534924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9D1D9"/>
                </a:solidFill>
              </a:rPr>
              <a:t>Wi-Fi 802.11  •  Ethernet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58A6FF"/>
                </a:solidFill>
              </a:rPr>
              <a:t>How It Works — Join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512064" cy="5120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0"/>
            <a:ext cx="51206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117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916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</a:rPr>
              <a:t>Host starts
web_main.py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286000"/>
            <a:ext cx="1828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9D1D9"/>
                </a:solidFill>
              </a:rPr>
              <a:t>Python boots UDP discovery,
TCP server &amp; HTTP gateway.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38528" y="1170432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58A6FF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249424" y="1097280"/>
            <a:ext cx="512064" cy="5120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49424" y="1097280"/>
            <a:ext cx="51206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117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9424" y="16916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</a:rPr>
              <a:t>Host opens
browser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9424" y="2286000"/>
            <a:ext cx="1828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9D1D9"/>
                </a:solidFill>
              </a:rPr>
              <a:t>Navigates to http://localhost:8080,
enters nickname.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13632" y="1170432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58A6FF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24528" y="1097280"/>
            <a:ext cx="512064" cy="5120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24528" y="1097280"/>
            <a:ext cx="51206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117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24528" y="16916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</a:rPr>
              <a:t>Creates Network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24528" y="2286000"/>
            <a:ext cx="1828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9D1D9"/>
                </a:solidFill>
              </a:rPr>
              <a:t>A unique Network ID (NET-XXXXXX)
is generated and stored.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88736" y="1170432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58A6FF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99632" y="1097280"/>
            <a:ext cx="512064" cy="5120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99632" y="1097280"/>
            <a:ext cx="51206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117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9632" y="16916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</a:rPr>
              <a:t>Clicks Invite 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9632" y="2286000"/>
            <a:ext cx="1828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9D1D9"/>
                </a:solidFill>
              </a:rPr>
              <a:t>QR code + Direct URL generated
using the real LAN IP.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1170432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58A6FF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74736" y="1097280"/>
            <a:ext cx="512064" cy="5120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74736" y="1097280"/>
            <a:ext cx="51206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117"/>
                </a:solidFill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74736" y="16916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</a:rPr>
              <a:t>Guest scans QR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74736" y="2286000"/>
            <a:ext cx="1828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9D1D9"/>
                </a:solidFill>
              </a:rPr>
              <a:t>Phone camera opens the URL;
browser auto-joins the network.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38944" y="1170432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58A6FF"/>
                </a:solidFill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149840" y="1097280"/>
            <a:ext cx="512064" cy="5120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0" y="1097280"/>
            <a:ext cx="51206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117"/>
                </a:solidFill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49840" y="16916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</a:rPr>
              <a:t>Guest chats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49840" y="2286000"/>
            <a:ext cx="1828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9D1D9"/>
                </a:solidFill>
              </a:rPr>
              <a:t>Messages polled via /api/messages.
Rooms created on demand.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3703320"/>
            <a:ext cx="11430000" cy="2926080"/>
          </a:xfrm>
          <a:prstGeom prst="rect">
            <a:avLst/>
          </a:prstGeom>
          <a:solidFill>
            <a:srgbClr val="0D171B"/>
          </a:solidFill>
          <a:ln w="1016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38404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8A6FF"/>
                </a:solidFill>
              </a:rPr>
              <a:t>🔗  Three ways to invite:  ① Scan QR Code (fastest)   ② Share Network Code  e.g. NET-A3F7C1   ③ Copy &amp; send Direct URL   http://192.168.x.x:8080/join?net=NET-A3F7C1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66344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FB950"/>
                </a:solidFill>
              </a:rPr>
              <a:t>✔  Works on any Wi-Fi — home, college, mobile hotspot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093207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FB950"/>
                </a:solidFill>
              </a:rPr>
              <a:t>✔  Guest needs no account, no installation, just a browser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522975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FB950"/>
                </a:solidFill>
              </a:rPr>
              <a:t>✔  URL auto-detects correct LAN IP, never uses cloud domain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5952744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FB950"/>
                </a:solidFill>
              </a:rPr>
              <a:t>✔  Auto-join: opening the link sets name &amp; network automatically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58A6FF"/>
                </a:solidFill>
              </a:rPr>
              <a:t>Key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5394960" cy="1417320"/>
          </a:xfrm>
          <a:prstGeom prst="rect">
            <a:avLst/>
          </a:prstGeom>
          <a:solidFill>
            <a:srgbClr val="131A20"/>
          </a:solidFill>
          <a:ln w="889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11556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8A6FF"/>
                </a:solidFill>
              </a:rPr>
              <a:t>🔍 UDP Auto-Discovery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79" y="1554480"/>
            <a:ext cx="51206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9D1D9"/>
                </a:solidFill>
              </a:rPr>
              <a:t>Broadcasts heartbeats every 3 s on the local subnet.
Peers appear instantly — no manual IP entry.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005840"/>
            <a:ext cx="5394960" cy="1417320"/>
          </a:xfrm>
          <a:prstGeom prst="rect">
            <a:avLst/>
          </a:prstGeom>
          <a:solidFill>
            <a:srgbClr val="131A20"/>
          </a:solidFill>
          <a:ln w="889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111556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8A6FF"/>
                </a:solidFill>
              </a:rPr>
              <a:t>🔗 QR / Network Code Invite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554480"/>
            <a:ext cx="51206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9D1D9"/>
                </a:solidFill>
              </a:rPr>
              <a:t>Generates ISO-compliant QR code pointing to the real LAN IP.
Network Code (NET-XXXXXX) for verbal sharing.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606040"/>
            <a:ext cx="5394960" cy="1417320"/>
          </a:xfrm>
          <a:prstGeom prst="rect">
            <a:avLst/>
          </a:prstGeom>
          <a:solidFill>
            <a:srgbClr val="131A20"/>
          </a:solidFill>
          <a:ln w="889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271576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8A6FF"/>
                </a:solidFill>
              </a:rPr>
              <a:t>🏠 Isolated Private Networks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3154680"/>
            <a:ext cx="51206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9D1D9"/>
                </a:solidFill>
              </a:rPr>
              <a:t>Each session has a unique network ID.
Only joined members see rooms &amp; messages.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2606040"/>
            <a:ext cx="5394960" cy="1417320"/>
          </a:xfrm>
          <a:prstGeom prst="rect">
            <a:avLst/>
          </a:prstGeom>
          <a:solidFill>
            <a:srgbClr val="131A20"/>
          </a:solidFill>
          <a:ln w="889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271576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8A6FF"/>
                </a:solidFill>
              </a:rPr>
              <a:t>💬 Dynamic Rooms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3154680"/>
            <a:ext cx="51206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9D1D9"/>
                </a:solidFill>
              </a:rPr>
              <a:t>Create #classroom, #study, #team rooms on demand.
No static pre-configured channels.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206240"/>
            <a:ext cx="5394960" cy="1417320"/>
          </a:xfrm>
          <a:prstGeom prst="rect">
            <a:avLst/>
          </a:prstGeom>
          <a:solidFill>
            <a:srgbClr val="131A20"/>
          </a:solidFill>
          <a:ln w="889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431596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8A6FF"/>
                </a:solidFill>
              </a:rPr>
              <a:t>📁 File Transfer + SHA-256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79" y="4754879"/>
            <a:ext cx="51206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9D1D9"/>
                </a:solidFill>
              </a:rPr>
              <a:t>Drag-and-drop file sharing over TCP.
Every transfer integrity-verified with SHA-256 hash.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4206240"/>
            <a:ext cx="5394960" cy="1417320"/>
          </a:xfrm>
          <a:prstGeom prst="rect">
            <a:avLst/>
          </a:prstGeom>
          <a:solidFill>
            <a:srgbClr val="131A20"/>
          </a:solidFill>
          <a:ln w="889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431596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8A6FF"/>
                </a:solidFill>
              </a:rPr>
              <a:t>🎙️ Voice Notes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4754879"/>
            <a:ext cx="51206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9D1D9"/>
                </a:solidFill>
              </a:rPr>
              <a:t>Record audio in-browser via MediaRecorder API.
Playback inline without leaving the chat.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5623560"/>
            <a:ext cx="5394960" cy="1417320"/>
          </a:xfrm>
          <a:prstGeom prst="rect">
            <a:avLst/>
          </a:prstGeom>
          <a:solidFill>
            <a:srgbClr val="131A20"/>
          </a:solidFill>
          <a:ln w="889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79" y="573328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8A6FF"/>
                </a:solidFill>
              </a:rPr>
              <a:t>👍 Emoji Reactions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79" y="6172200"/>
            <a:ext cx="51206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9D1D9"/>
                </a:solidFill>
              </a:rPr>
              <a:t>Live reaction bar with participant badges.
Real-time sync across all connected devices.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5623560"/>
            <a:ext cx="5394960" cy="1417320"/>
          </a:xfrm>
          <a:prstGeom prst="rect">
            <a:avLst/>
          </a:prstGeom>
          <a:solidFill>
            <a:srgbClr val="131A20"/>
          </a:solidFill>
          <a:ln w="889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573328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8A6FF"/>
                </a:solidFill>
              </a:rPr>
              <a:t>📌 Pin &amp; Search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6172200"/>
            <a:ext cx="51206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9D1D9"/>
                </a:solidFill>
              </a:rPr>
              <a:t>Pin important messages to channel top.
Instant text search filters any conversation.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58A6FF"/>
                </a:solidFill>
              </a:rP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987552"/>
            <a:ext cx="2011680" cy="566928"/>
          </a:xfrm>
          <a:prstGeom prst="rect">
            <a:avLst/>
          </a:prstGeom>
          <a:solidFill>
            <a:srgbClr val="0D3A5C"/>
          </a:solidFill>
          <a:ln w="63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1097280"/>
            <a:ext cx="1901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8A6FF"/>
                </a:solidFill>
              </a:rPr>
              <a:t>Category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987552"/>
            <a:ext cx="3108960" cy="566928"/>
          </a:xfrm>
          <a:prstGeom prst="rect">
            <a:avLst/>
          </a:prstGeom>
          <a:solidFill>
            <a:srgbClr val="0D3A5C"/>
          </a:solidFill>
          <a:ln w="63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50592" y="1097280"/>
            <a:ext cx="2999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8A6FF"/>
                </a:solidFill>
              </a:rPr>
              <a:t>Technology</a:t>
            </a:r>
          </a:p>
        </p:txBody>
      </p:sp>
      <p:sp>
        <p:nvSpPr>
          <p:cNvPr id="8" name="Rectangle 7"/>
          <p:cNvSpPr/>
          <p:nvPr/>
        </p:nvSpPr>
        <p:spPr>
          <a:xfrm>
            <a:off x="5577840" y="987552"/>
            <a:ext cx="5943600" cy="566928"/>
          </a:xfrm>
          <a:prstGeom prst="rect">
            <a:avLst/>
          </a:prstGeom>
          <a:solidFill>
            <a:srgbClr val="0D3A5C"/>
          </a:solidFill>
          <a:ln w="63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50992" y="1097280"/>
            <a:ext cx="58338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8A6FF"/>
                </a:solidFill>
              </a:rPr>
              <a:t>Why / How Used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554480"/>
            <a:ext cx="2011680" cy="566928"/>
          </a:xfrm>
          <a:prstGeom prst="rect">
            <a:avLst/>
          </a:prstGeom>
          <a:solidFill>
            <a:srgbClr val="131A22"/>
          </a:solidFill>
          <a:ln w="63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" y="1664208"/>
            <a:ext cx="1901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Language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77440" y="1554480"/>
            <a:ext cx="3108960" cy="566928"/>
          </a:xfrm>
          <a:prstGeom prst="rect">
            <a:avLst/>
          </a:prstGeom>
          <a:solidFill>
            <a:srgbClr val="131A22"/>
          </a:solidFill>
          <a:ln w="63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50592" y="1664208"/>
            <a:ext cx="2999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Python 3.10+ (stdlib only)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77840" y="1554480"/>
            <a:ext cx="5943600" cy="566928"/>
          </a:xfrm>
          <a:prstGeom prst="rect">
            <a:avLst/>
          </a:prstGeom>
          <a:solidFill>
            <a:srgbClr val="131A22"/>
          </a:solidFill>
          <a:ln w="63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50992" y="1664208"/>
            <a:ext cx="58338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No pip install needed; `socket`, `threading`, `http.server`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121408"/>
            <a:ext cx="2011680" cy="566928"/>
          </a:xfrm>
          <a:prstGeom prst="rect">
            <a:avLst/>
          </a:prstGeom>
          <a:solidFill>
            <a:srgbClr val="1C2833"/>
          </a:solidFill>
          <a:ln w="63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" y="2231136"/>
            <a:ext cx="1901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Discovery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77440" y="2121408"/>
            <a:ext cx="3108960" cy="566928"/>
          </a:xfrm>
          <a:prstGeom prst="rect">
            <a:avLst/>
          </a:prstGeom>
          <a:solidFill>
            <a:srgbClr val="1C2833"/>
          </a:solidFill>
          <a:ln w="63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50592" y="2231136"/>
            <a:ext cx="2999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UDP Broadcast (port 50000)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77840" y="2121408"/>
            <a:ext cx="5943600" cy="566928"/>
          </a:xfrm>
          <a:prstGeom prst="rect">
            <a:avLst/>
          </a:prstGeom>
          <a:solidFill>
            <a:srgbClr val="1C2833"/>
          </a:solidFill>
          <a:ln w="63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50992" y="2231136"/>
            <a:ext cx="58338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Periodic heartbeat; peer table with timeout eviction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688336"/>
            <a:ext cx="2011680" cy="566928"/>
          </a:xfrm>
          <a:prstGeom prst="rect">
            <a:avLst/>
          </a:prstGeom>
          <a:solidFill>
            <a:srgbClr val="131A22"/>
          </a:solidFill>
          <a:ln w="63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" y="2798064"/>
            <a:ext cx="1901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Messaging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77440" y="2688336"/>
            <a:ext cx="3108960" cy="566928"/>
          </a:xfrm>
          <a:prstGeom prst="rect">
            <a:avLst/>
          </a:prstGeom>
          <a:solidFill>
            <a:srgbClr val="131A22"/>
          </a:solidFill>
          <a:ln w="63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50592" y="2798064"/>
            <a:ext cx="2999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TCP + 4-byte framing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77840" y="2688336"/>
            <a:ext cx="5943600" cy="566928"/>
          </a:xfrm>
          <a:prstGeom prst="rect">
            <a:avLst/>
          </a:prstGeom>
          <a:solidFill>
            <a:srgbClr val="131A22"/>
          </a:solidFill>
          <a:ln w="63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50992" y="2798064"/>
            <a:ext cx="58338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`struct.pack('&gt;I', len)` prefix prevents fragmentation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3255264"/>
            <a:ext cx="2011680" cy="566928"/>
          </a:xfrm>
          <a:prstGeom prst="rect">
            <a:avLst/>
          </a:prstGeom>
          <a:solidFill>
            <a:srgbClr val="1C2833"/>
          </a:solidFill>
          <a:ln w="63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472" y="3364992"/>
            <a:ext cx="1901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File Transfer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77440" y="3255264"/>
            <a:ext cx="3108960" cy="566928"/>
          </a:xfrm>
          <a:prstGeom prst="rect">
            <a:avLst/>
          </a:prstGeom>
          <a:solidFill>
            <a:srgbClr val="1C2833"/>
          </a:solidFill>
          <a:ln w="63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50592" y="3364992"/>
            <a:ext cx="2999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TCP streaming + hashlib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77840" y="3255264"/>
            <a:ext cx="5943600" cy="566928"/>
          </a:xfrm>
          <a:prstGeom prst="rect">
            <a:avLst/>
          </a:prstGeom>
          <a:solidFill>
            <a:srgbClr val="1C2833"/>
          </a:solidFill>
          <a:ln w="63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50992" y="3364992"/>
            <a:ext cx="58338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Chunked binary stream; SHA-256 end-to-end verification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822191"/>
            <a:ext cx="2011680" cy="566928"/>
          </a:xfrm>
          <a:prstGeom prst="rect">
            <a:avLst/>
          </a:prstGeom>
          <a:solidFill>
            <a:srgbClr val="131A22"/>
          </a:solidFill>
          <a:ln w="63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7472" y="3931920"/>
            <a:ext cx="1901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Web Gateway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377440" y="3822191"/>
            <a:ext cx="3108960" cy="566928"/>
          </a:xfrm>
          <a:prstGeom prst="rect">
            <a:avLst/>
          </a:prstGeom>
          <a:solidFill>
            <a:srgbClr val="131A22"/>
          </a:solidFill>
          <a:ln w="63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450592" y="3931920"/>
            <a:ext cx="2999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Python http.server (port 8080)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577840" y="3822191"/>
            <a:ext cx="5943600" cy="566928"/>
          </a:xfrm>
          <a:prstGeom prst="rect">
            <a:avLst/>
          </a:prstGeom>
          <a:solidFill>
            <a:srgbClr val="131A22"/>
          </a:solidFill>
          <a:ln w="63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50992" y="3931920"/>
            <a:ext cx="58338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Serves SPA + JSON REST API; zero framework dependency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4389120"/>
            <a:ext cx="2011680" cy="566928"/>
          </a:xfrm>
          <a:prstGeom prst="rect">
            <a:avLst/>
          </a:prstGeom>
          <a:solidFill>
            <a:srgbClr val="1C2833"/>
          </a:solidFill>
          <a:ln w="63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7472" y="4498848"/>
            <a:ext cx="1901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Frontend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377440" y="4389120"/>
            <a:ext cx="3108960" cy="566928"/>
          </a:xfrm>
          <a:prstGeom prst="rect">
            <a:avLst/>
          </a:prstGeom>
          <a:solidFill>
            <a:srgbClr val="1C2833"/>
          </a:solidFill>
          <a:ln w="63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450592" y="4498848"/>
            <a:ext cx="2999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Vanilla HTML / CSS / JS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577840" y="4389120"/>
            <a:ext cx="5943600" cy="566928"/>
          </a:xfrm>
          <a:prstGeom prst="rect">
            <a:avLst/>
          </a:prstGeom>
          <a:solidFill>
            <a:srgbClr val="1C2833"/>
          </a:solidFill>
          <a:ln w="63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50992" y="4498848"/>
            <a:ext cx="58338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Glassmorphism dark UI; polling via `fetch`; QR generator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4956048"/>
            <a:ext cx="2011680" cy="566928"/>
          </a:xfrm>
          <a:prstGeom prst="rect">
            <a:avLst/>
          </a:prstGeom>
          <a:solidFill>
            <a:srgbClr val="131A22"/>
          </a:solidFill>
          <a:ln w="63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7472" y="5065776"/>
            <a:ext cx="1901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QR Code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377440" y="4956048"/>
            <a:ext cx="3108960" cy="566928"/>
          </a:xfrm>
          <a:prstGeom prst="rect">
            <a:avLst/>
          </a:prstGeom>
          <a:solidFill>
            <a:srgbClr val="131A22"/>
          </a:solidFill>
          <a:ln w="63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450592" y="5065776"/>
            <a:ext cx="2999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Custom JS (ISO 18004)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577840" y="4956048"/>
            <a:ext cx="5943600" cy="566928"/>
          </a:xfrm>
          <a:prstGeom prst="rect">
            <a:avLst/>
          </a:prstGeom>
          <a:solidFill>
            <a:srgbClr val="131A22"/>
          </a:solidFill>
          <a:ln w="63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650992" y="5065776"/>
            <a:ext cx="58338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Reed-Solomon EC, version 1-10; generates correct LAN URL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4320" y="5522976"/>
            <a:ext cx="2011680" cy="566928"/>
          </a:xfrm>
          <a:prstGeom prst="rect">
            <a:avLst/>
          </a:prstGeom>
          <a:solidFill>
            <a:srgbClr val="1C2833"/>
          </a:solidFill>
          <a:ln w="63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47472" y="5632704"/>
            <a:ext cx="1901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Testing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377440" y="5522976"/>
            <a:ext cx="3108960" cy="566928"/>
          </a:xfrm>
          <a:prstGeom prst="rect">
            <a:avLst/>
          </a:prstGeom>
          <a:solidFill>
            <a:srgbClr val="1C2833"/>
          </a:solidFill>
          <a:ln w="63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450592" y="5632704"/>
            <a:ext cx="2999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unittest (stdlib)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577840" y="5522976"/>
            <a:ext cx="5943600" cy="566928"/>
          </a:xfrm>
          <a:prstGeom prst="rect">
            <a:avLst/>
          </a:prstGeom>
          <a:solidFill>
            <a:srgbClr val="1C2833"/>
          </a:solidFill>
          <a:ln w="63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650992" y="5632704"/>
            <a:ext cx="58338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61 tests: unit + integration + E2E; runs in CI with no deps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58A6FF"/>
                </a:solidFill>
              </a:rPr>
              <a:t>Testing &amp; Verification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FB950"/>
                </a:solidFill>
              </a:rPr>
              <a:t>61 tests  •  100% pass rate  •  Runs in &lt; 10 seconds  •  Zero external dependencies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691640"/>
            <a:ext cx="5440680" cy="1051560"/>
          </a:xfrm>
          <a:prstGeom prst="rect">
            <a:avLst/>
          </a:prstGeom>
          <a:solidFill>
            <a:srgbClr val="101820"/>
          </a:solidFill>
          <a:ln w="1016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FB950"/>
                </a:solidFill>
              </a:rPr>
              <a:t>✅ test_tcp.py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9D1D9"/>
                </a:solidFill>
              </a:rPr>
              <a:t>TCP framing, send/receive &amp; port-0 safety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691640"/>
            <a:ext cx="5440680" cy="1051560"/>
          </a:xfrm>
          <a:prstGeom prst="rect">
            <a:avLst/>
          </a:prstGeom>
          <a:solidFill>
            <a:srgbClr val="101820"/>
          </a:solidFill>
          <a:ln w="1016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7830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FB950"/>
                </a:solidFill>
              </a:rPr>
              <a:t>✅ test_discovery.py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19456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9D1D9"/>
                </a:solidFill>
              </a:rPr>
              <a:t>UDP heartbeats &amp; peer lifecycle management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898648"/>
            <a:ext cx="5440680" cy="1051560"/>
          </a:xfrm>
          <a:prstGeom prst="rect">
            <a:avLst/>
          </a:prstGeom>
          <a:solidFill>
            <a:srgbClr val="101820"/>
          </a:solidFill>
          <a:ln w="1016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99008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FB950"/>
                </a:solidFill>
              </a:rPr>
              <a:t>✅ test_file_transfer.py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401568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9D1D9"/>
                </a:solidFill>
              </a:rPr>
              <a:t>Binary streaming &amp; SHA-256 checksum integrity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2898648"/>
            <a:ext cx="5440680" cy="1051560"/>
          </a:xfrm>
          <a:prstGeom prst="rect">
            <a:avLst/>
          </a:prstGeom>
          <a:solidFill>
            <a:srgbClr val="101820"/>
          </a:solidFill>
          <a:ln w="1016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299008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FB950"/>
                </a:solidFill>
              </a:rPr>
              <a:t>✅ test_web_gateway.py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401568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9D1D9"/>
                </a:solidFill>
              </a:rPr>
              <a:t>HTTP methods, CORS &amp; port collision recovery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4105656"/>
            <a:ext cx="5440680" cy="1051560"/>
          </a:xfrm>
          <a:prstGeom prst="rect">
            <a:avLst/>
          </a:prstGeom>
          <a:solidFill>
            <a:srgbClr val="101820"/>
          </a:solidFill>
          <a:ln w="1016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197096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FB950"/>
                </a:solidFill>
              </a:rPr>
              <a:t>✅ test_e2e_full.py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608576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9D1D9"/>
                </a:solidFill>
              </a:rPr>
              <a:t>7-condition full end-to-end workflow test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4105656"/>
            <a:ext cx="5440680" cy="1051560"/>
          </a:xfrm>
          <a:prstGeom prst="rect">
            <a:avLst/>
          </a:prstGeom>
          <a:solidFill>
            <a:srgbClr val="101820"/>
          </a:solidFill>
          <a:ln w="1016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4197096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FB950"/>
                </a:solidFill>
              </a:rPr>
              <a:t>✅ test_new_features.py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608576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9D1D9"/>
                </a:solidFill>
              </a:rPr>
              <a:t>Reactions, pinning, rooms, audio upload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5312664"/>
            <a:ext cx="5440680" cy="1051560"/>
          </a:xfrm>
          <a:prstGeom prst="rect">
            <a:avLst/>
          </a:prstGeom>
          <a:solidFill>
            <a:srgbClr val="101820"/>
          </a:solidFill>
          <a:ln w="1016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5404104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FB950"/>
                </a:solidFill>
              </a:rPr>
              <a:t>✅ test_framing.py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815584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9D1D9"/>
                </a:solidFill>
              </a:rPr>
              <a:t>4-byte length-prefix encoding/decoding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5312664"/>
            <a:ext cx="5440680" cy="1051560"/>
          </a:xfrm>
          <a:prstGeom prst="rect">
            <a:avLst/>
          </a:prstGeom>
          <a:solidFill>
            <a:srgbClr val="101820"/>
          </a:solidFill>
          <a:ln w="1016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5404104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FB950"/>
                </a:solidFill>
              </a:rPr>
              <a:t>✅ test_net_utils.py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5815584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9D1D9"/>
                </a:solidFill>
              </a:rPr>
              <a:t>LAN IP resolution &amp; broadcast calculation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6492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86669"/>
                </a:solidFill>
              </a:rPr>
              <a:t>Run all tests:  python -m unittest discover tests/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58A6FF"/>
                </a:solidFill>
              </a:rPr>
              <a:t>Live 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3657600" cy="2606040"/>
          </a:xfrm>
          <a:prstGeom prst="rect">
            <a:avLst/>
          </a:prstGeom>
          <a:solidFill>
            <a:srgbClr val="0D1722"/>
          </a:solidFill>
          <a:ln w="1524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0972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86669"/>
                </a:solidFill>
              </a:rPr>
              <a:t>Step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79" y="141732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Start the Server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1965960"/>
            <a:ext cx="33832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9D1D9"/>
                </a:solidFill>
              </a:rPr>
              <a:t>python web_main.py
Terminal prints the local LAN IP and port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1959" y="1005840"/>
            <a:ext cx="3657600" cy="2606040"/>
          </a:xfrm>
          <a:prstGeom prst="rect">
            <a:avLst/>
          </a:prstGeom>
          <a:solidFill>
            <a:srgbClr val="0D1722"/>
          </a:solidFill>
          <a:ln w="1524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0972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86669"/>
                </a:solidFill>
              </a:rPr>
              <a:t>Step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41732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Open in Browser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965960"/>
            <a:ext cx="33832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9D1D9"/>
                </a:solidFill>
              </a:rPr>
              <a:t>Navigate to http://localhost:8080
Enter your nickname → Create Network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005840"/>
            <a:ext cx="3657600" cy="2606040"/>
          </a:xfrm>
          <a:prstGeom prst="rect">
            <a:avLst/>
          </a:prstGeom>
          <a:solidFill>
            <a:srgbClr val="0D1722"/>
          </a:solidFill>
          <a:ln w="1524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0972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86669"/>
                </a:solidFill>
              </a:rPr>
              <a:t>Step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141732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Invite a Guest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1965960"/>
            <a:ext cx="33832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9D1D9"/>
                </a:solidFill>
              </a:rPr>
              <a:t>Click 🔗 Invite
Show QR code / Network Code / Direct URL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886200"/>
            <a:ext cx="3657600" cy="2606040"/>
          </a:xfrm>
          <a:prstGeom prst="rect">
            <a:avLst/>
          </a:prstGeom>
          <a:solidFill>
            <a:srgbClr val="0D1722"/>
          </a:solidFill>
          <a:ln w="1524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3977639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86669"/>
                </a:solidFill>
              </a:rPr>
              <a:t>Step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79" y="42976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Guest Scans QR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79" y="4846320"/>
            <a:ext cx="33832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9D1D9"/>
                </a:solidFill>
              </a:rPr>
              <a:t>Phone camera scans → auto-opens URL
Auto-joins the network instantly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51959" y="3886200"/>
            <a:ext cx="3657600" cy="2606040"/>
          </a:xfrm>
          <a:prstGeom prst="rect">
            <a:avLst/>
          </a:prstGeom>
          <a:solidFill>
            <a:srgbClr val="0D1722"/>
          </a:solidFill>
          <a:ln w="1524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3977639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86669"/>
                </a:solidFill>
              </a:rPr>
              <a:t>Step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42976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Create a Room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4846320"/>
            <a:ext cx="33832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9D1D9"/>
                </a:solidFill>
              </a:rPr>
              <a:t>Click + New Room → type 'classroom'
Everyone in the network can join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3886200"/>
            <a:ext cx="3657600" cy="2606040"/>
          </a:xfrm>
          <a:prstGeom prst="rect">
            <a:avLst/>
          </a:prstGeom>
          <a:solidFill>
            <a:srgbClr val="0D1722"/>
          </a:solidFill>
          <a:ln w="1524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66760" y="3977639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86669"/>
                </a:solidFill>
              </a:rPr>
              <a:t>Step 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42976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Chat + Share Files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4846320"/>
            <a:ext cx="33832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9D1D9"/>
                </a:solidFill>
              </a:rPr>
              <a:t>Send messages, images, voice notes
Drag &amp; drop files with progress bar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64922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FB950"/>
                </a:solidFill>
              </a:rPr>
              <a:t>🌐 Cloud Demo (always-on):  https://cn-project-lan-chat.onrender.com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58A6FF"/>
                </a:solidFill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LAN Chat proves that sophisticated real-time communication
does not require cloud infrastructure or external libraries.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57400"/>
            <a:ext cx="548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FB950"/>
                </a:solidFill>
              </a:rPr>
              <a:t>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57400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9D1D9"/>
                </a:solidFill>
              </a:rPr>
              <a:t>Works completely offline — ideal for classrooms, workshops, and restricted networks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97480"/>
            <a:ext cx="548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FB950"/>
                </a:solidFill>
              </a:rPr>
              <a:t>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97480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9D1D9"/>
                </a:solidFill>
              </a:rPr>
              <a:t>Instant device onboarding via QR Code or 6-character Network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37560"/>
            <a:ext cx="548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FB950"/>
                </a:solidFill>
              </a:rPr>
              <a:t>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337560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9D1D9"/>
                </a:solidFill>
              </a:rPr>
              <a:t>Isolated private networks — no cross-session message leakage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977639"/>
            <a:ext cx="548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FB950"/>
                </a:solidFill>
              </a:rPr>
              <a:t>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977639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9D1D9"/>
                </a:solidFill>
              </a:rPr>
              <a:t>Full binary file transfer with SHA-256 integrity verification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617720"/>
            <a:ext cx="548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FB950"/>
                </a:solidFill>
              </a:rPr>
              <a:t>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617720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9D1D9"/>
                </a:solidFill>
              </a:rPr>
              <a:t>61 automated tests — unit, integration, and end-to-end coverage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257800"/>
            <a:ext cx="548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FB950"/>
                </a:solidFill>
              </a:rPr>
              <a:t>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257800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9D1D9"/>
                </a:solidFill>
              </a:rPr>
              <a:t>Zero external dependencies — pure Python 3.10 standard library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080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8A6FF"/>
                </a:solidFill>
              </a:rPr>
              <a:t>GitHub →  github.com/suraz111/CN_Project--LAN-Chat-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86669"/>
                </a:solidFill>
              </a:rPr>
              <a:t>Cloud Demo →  cn-project-lan-chat.onrender.com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